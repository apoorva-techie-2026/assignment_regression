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121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AFDB7-0A57-E37F-70F7-52011A64E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A0F7C-3E52-DD5D-AAC9-8ABD80F95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40785-0A4D-5789-1B33-347DA708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719D2-5CC8-A876-C044-0ED374D6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2E53-4BBF-18D5-7D2F-F84C50F56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47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B3BD-7460-946F-121D-A04A33B6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99444-1218-AAD2-C846-6BB915E42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2A776-3FAB-8364-4321-1B47D7D7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2E78E-8D14-F5CD-2BBF-5B7C70C1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44B29-FC3B-5ECB-E09D-5D8164F2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51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A054-7E30-2AEB-9A7E-A4AF75AE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59F07-A853-C47C-CDD0-F672431E6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C6D12-C5F1-1DDF-3DC2-45E73E01C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2C6E8-2366-D9BF-698E-598270F4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8BC55-0AF0-E956-A08D-07ED1C91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679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1BCB-81FB-34DC-9B97-E801C4AD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5754-6B48-07F5-9F5F-C7DD787E3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DD672-2C4A-2BD7-C042-352B7D7FB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26389-58AD-C125-0B49-8FD5FD20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5A645-E115-F55C-EA74-BE350E3A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C2683-0E09-34F5-50C6-A8BD5307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18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0809-5DBB-C86B-36FA-1CBEE35D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5E221-588C-6548-6B5A-F1FDBD1C4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0B784-B63D-AEB9-259D-96E5777AF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2A29E-AEBF-5E43-C77B-BBC782F3D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8FEB1-9A22-AFB2-EF49-BD7206F6D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0264D-4BE0-214E-4496-A9A3B66C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489D9-C426-4699-1808-9AAF8F62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E2A0B-B037-4D1B-AC0A-2C71BEF4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24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C90B-7C8B-3639-77EC-8699A69F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A41E3-F696-CE2F-022E-FC4191EA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843BA-20CC-74CC-53C6-C2DD784C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A008E-9876-3FCD-774D-66D9DBE2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9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41AE4-B3F8-222C-9AC4-5E226B03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25B65-52A2-8046-D8EE-7CEA7403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5EE82-A574-C19B-EF90-5986F9B7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86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8CEB-633C-ACF4-6F81-ED00F1DD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7675-1095-AD49-48F3-19299894A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E658F-C74A-A980-0BC5-5B282251C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F73DA-3FB6-3169-0DBF-3930F202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74A11-02DE-EC13-9E61-8DE258D1E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AA0F3-44A2-225E-B98C-45794C10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85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E6F0-53EE-D10A-B422-6094684BC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AF7B64-1409-D468-0FBE-8D7B3DBE8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CF32C-30F1-347C-E6F6-7593ED00A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D9017-9A0F-3445-2B49-09EF71EC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15B96-83A2-F1E1-60D1-606A0A7B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B257F-E6FC-1238-1FA6-A037E362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2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F0D7-DA40-8D0E-DC8F-36E92C252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7A7B7-0873-B319-89CA-A5D532203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C531-7730-1983-8D70-A91FDE93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20AA5-30E4-34C7-6645-ECF2E273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0CCD-D386-4687-C316-A768FF15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10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53813-F186-24D3-9CFA-5A723F86E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66B31-9683-E17E-6FAB-857FEFDE3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913BD-5C00-8BF6-2AAC-14B131C6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3B738-0E60-1BDD-8339-148D37E8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F2A4B-8A7F-47E3-96C5-0B581F27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2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2E176-D672-B551-0435-3F2C2711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43C0F-DE69-7409-0789-DFE008D83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4B048-3C72-C2BA-5FE9-55B8C81EC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2A7B0-C219-45AF-A68A-F13E3743EE9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8D75-701C-0B9B-25D1-CBFB218D8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8BAEF-29E0-BC5F-0A50-1F14D2BE3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D13DC-B9E8-4ADF-97A4-01992F8B3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2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917B-B56B-6952-367E-FD9B2B2D59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BOOSTING ALGORITHM -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6D66C-E5AE-33D1-D41C-FECC59B6C6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By,</a:t>
            </a:r>
          </a:p>
          <a:p>
            <a:r>
              <a:rPr lang="en-IN" sz="3600" b="1" dirty="0" err="1"/>
              <a:t>Apoorva.E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55000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87DF-B7A3-22E0-9E28-6AD7C8CD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27"/>
            <a:ext cx="10515600" cy="1325563"/>
          </a:xfrm>
        </p:spPr>
        <p:txBody>
          <a:bodyPr/>
          <a:lstStyle/>
          <a:p>
            <a:r>
              <a:rPr lang="en-IN" b="1" dirty="0"/>
              <a:t>BOOSTING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74D69-855C-8DE0-BD8D-B6CB4A4E3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508"/>
            <a:ext cx="10786001" cy="2778162"/>
          </a:xfrm>
        </p:spPr>
        <p:txBody>
          <a:bodyPr/>
          <a:lstStyle/>
          <a:p>
            <a:r>
              <a:rPr lang="en-IN" dirty="0"/>
              <a:t>It is an ensemble method builds sequential tree models.</a:t>
            </a:r>
          </a:p>
          <a:p>
            <a:r>
              <a:rPr lang="en-IN" dirty="0"/>
              <a:t>Every new model is trained to correct the errors from the previous model.</a:t>
            </a:r>
          </a:p>
          <a:p>
            <a:r>
              <a:rPr lang="en-IN" dirty="0"/>
              <a:t>Improves overall model accuracy</a:t>
            </a:r>
          </a:p>
        </p:txBody>
      </p:sp>
      <p:pic>
        <p:nvPicPr>
          <p:cNvPr id="1026" name="Picture 2" descr="Understanding Boosting in Machine Learning: A Comprehensive Guide | by  Brijesh Soni | Medium">
            <a:extLst>
              <a:ext uri="{FF2B5EF4-FFF2-40B4-BE49-F238E27FC236}">
                <a16:creationId xmlns:a16="http://schemas.microsoft.com/office/drawing/2014/main" id="{AEF030D4-0C42-BFA5-7FDE-DDFCA61CA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995" y="3144834"/>
            <a:ext cx="8160773" cy="350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84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4379-50F8-FE34-27DF-60CD7098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3" y="18255"/>
            <a:ext cx="10515600" cy="1325563"/>
          </a:xfrm>
        </p:spPr>
        <p:txBody>
          <a:bodyPr/>
          <a:lstStyle/>
          <a:p>
            <a:r>
              <a:rPr lang="en-IN" b="1" dirty="0"/>
              <a:t>ADA BOOST – Adaptive 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514FE-CA74-75FE-D339-EF6880A46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23" y="1002890"/>
            <a:ext cx="9911377" cy="4515311"/>
          </a:xfrm>
        </p:spPr>
        <p:txBody>
          <a:bodyPr/>
          <a:lstStyle/>
          <a:p>
            <a:r>
              <a:rPr lang="en-IN" dirty="0"/>
              <a:t>Ensemble learning.</a:t>
            </a:r>
          </a:p>
          <a:p>
            <a:r>
              <a:rPr lang="en-IN" dirty="0"/>
              <a:t>Transform weak learners to strong learners.</a:t>
            </a:r>
          </a:p>
          <a:p>
            <a:r>
              <a:rPr lang="en-IN" dirty="0"/>
              <a:t>Accuracy by giving incremental weight concept by reducing </a:t>
            </a:r>
            <a:r>
              <a:rPr lang="en-IN" dirty="0" err="1"/>
              <a:t>bais</a:t>
            </a:r>
            <a:r>
              <a:rPr lang="en-IN" dirty="0"/>
              <a:t> and variance.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2050" name="Picture 2" descr="AdaBoost Algorithm in Machine Learning">
            <a:extLst>
              <a:ext uri="{FF2B5EF4-FFF2-40B4-BE49-F238E27FC236}">
                <a16:creationId xmlns:a16="http://schemas.microsoft.com/office/drawing/2014/main" id="{87975F24-CC2A-56E1-477A-61D6F2CA9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6" t="11748" r="21380" b="31255"/>
          <a:stretch>
            <a:fillRect/>
          </a:stretch>
        </p:blipFill>
        <p:spPr bwMode="auto">
          <a:xfrm>
            <a:off x="136116" y="3116826"/>
            <a:ext cx="5801033" cy="286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roduction to AdaBoost for Absolute Beginners - Analytics Vidhya">
            <a:extLst>
              <a:ext uri="{FF2B5EF4-FFF2-40B4-BE49-F238E27FC236}">
                <a16:creationId xmlns:a16="http://schemas.microsoft.com/office/drawing/2014/main" id="{D0FF0D3D-76F8-ADAF-6589-F3573FAD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852" y="2989006"/>
            <a:ext cx="538162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50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4414-F678-F7E9-C3B0-4517E100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FF087-457C-4C84-323A-AD60DF3B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8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BOOSTING ALGORITHM - REGRESSION</vt:lpstr>
      <vt:lpstr>BOOSTING ALGORITHM </vt:lpstr>
      <vt:lpstr>ADA BOOST – Adaptive boost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Apoorva E</dc:creator>
  <cp:lastModifiedBy>Apoorva E</cp:lastModifiedBy>
  <cp:revision>2</cp:revision>
  <dcterms:created xsi:type="dcterms:W3CDTF">2026-04-04T04:39:19Z</dcterms:created>
  <dcterms:modified xsi:type="dcterms:W3CDTF">2026-04-16T04:32:18Z</dcterms:modified>
</cp:coreProperties>
</file>